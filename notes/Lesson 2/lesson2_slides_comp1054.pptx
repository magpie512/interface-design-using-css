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18"/>
    <p:sldId id="272" r:id="rId19"/>
    <p:sldId id="273" r:id="rId20"/>
    <p:sldId id="274" r:id="rId21"/>
    <p:sldId id="275" r:id="rId22"/>
    <p:sldId id="276" r:id="rId23"/>
    <p:sldId id="284" r:id="rId24"/>
    <p:sldId id="277" r:id="rId25"/>
    <p:sldId id="278" r:id="rId26"/>
    <p:sldId id="279" r:id="rId27"/>
    <p:sldId id="280" r:id="rId28"/>
    <p:sldId id="282" r:id="rId29"/>
    <p:sldId id="281" r:id="rId3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72655-9495-1C5F-8175-AA893E3A1776}" v="543" dt="2024-01-15T17:19:12.37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39" autoAdjust="0"/>
  </p:normalViewPr>
  <p:slideViewPr>
    <p:cSldViewPr snapToGrid="0">
      <p:cViewPr>
        <p:scale>
          <a:sx n="46" d="100"/>
          <a:sy n="46" d="100"/>
        </p:scale>
        <p:origin x="580" y="-28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McCrindle" userId="S::scott.mccrindle@georgiancollege.ca::7536330d-fcf2-4002-baad-026c255f0212" providerId="AD" clId="Web-{35F72655-9495-1C5F-8175-AA893E3A1776}"/>
    <pc:docChg chg="addSld delSld modSld sldOrd">
      <pc:chgData name="Scott McCrindle" userId="S::scott.mccrindle@georgiancollege.ca::7536330d-fcf2-4002-baad-026c255f0212" providerId="AD" clId="Web-{35F72655-9495-1C5F-8175-AA893E3A1776}" dt="2024-01-15T17:19:12.026" v="512" actId="20577"/>
      <pc:docMkLst>
        <pc:docMk/>
      </pc:docMkLst>
      <pc:sldChg chg="modSp">
        <pc:chgData name="Scott McCrindle" userId="S::scott.mccrindle@georgiancollege.ca::7536330d-fcf2-4002-baad-026c255f0212" providerId="AD" clId="Web-{35F72655-9495-1C5F-8175-AA893E3A1776}" dt="2024-01-15T16:45:17.692" v="9" actId="1076"/>
        <pc:sldMkLst>
          <pc:docMk/>
          <pc:sldMk cId="0" sldId="256"/>
        </pc:sldMkLst>
        <pc:picChg chg="mod">
          <ac:chgData name="Scott McCrindle" userId="S::scott.mccrindle@georgiancollege.ca::7536330d-fcf2-4002-baad-026c255f0212" providerId="AD" clId="Web-{35F72655-9495-1C5F-8175-AA893E3A1776}" dt="2024-01-15T16:45:17.692" v="9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 setBg">
        <pc:chgData name="Scott McCrindle" userId="S::scott.mccrindle@georgiancollege.ca::7536330d-fcf2-4002-baad-026c255f0212" providerId="AD" clId="Web-{35F72655-9495-1C5F-8175-AA893E3A1776}" dt="2024-01-15T16:44:53.645" v="6"/>
        <pc:sldMkLst>
          <pc:docMk/>
          <pc:sldMk cId="0" sldId="257"/>
        </pc:sldMkLst>
        <pc:picChg chg="mod">
          <ac:chgData name="Scott McCrindle" userId="S::scott.mccrindle@georgiancollege.ca::7536330d-fcf2-4002-baad-026c255f0212" providerId="AD" clId="Web-{35F72655-9495-1C5F-8175-AA893E3A1776}" dt="2024-01-15T16:44:22.034" v="3" actId="1076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Scott McCrindle" userId="S::scott.mccrindle@georgiancollege.ca::7536330d-fcf2-4002-baad-026c255f0212" providerId="AD" clId="Web-{35F72655-9495-1C5F-8175-AA893E3A1776}" dt="2024-01-15T17:13:33.359" v="364"/>
        <pc:sldMkLst>
          <pc:docMk/>
          <pc:sldMk cId="0" sldId="260"/>
        </pc:sldMkLst>
        <pc:spChg chg="mod">
          <ac:chgData name="Scott McCrindle" userId="S::scott.mccrindle@georgiancollege.ca::7536330d-fcf2-4002-baad-026c255f0212" providerId="AD" clId="Web-{35F72655-9495-1C5F-8175-AA893E3A1776}" dt="2024-01-15T17:13:33.296" v="363"/>
          <ac:spMkLst>
            <pc:docMk/>
            <pc:sldMk cId="0" sldId="260"/>
            <ac:spMk id="165" creationId="{00000000-0000-0000-0000-000000000000}"/>
          </ac:spMkLst>
        </pc:spChg>
        <pc:spChg chg="mod">
          <ac:chgData name="Scott McCrindle" userId="S::scott.mccrindle@georgiancollege.ca::7536330d-fcf2-4002-baad-026c255f0212" providerId="AD" clId="Web-{35F72655-9495-1C5F-8175-AA893E3A1776}" dt="2024-01-15T17:13:33.359" v="364"/>
          <ac:spMkLst>
            <pc:docMk/>
            <pc:sldMk cId="0" sldId="260"/>
            <ac:spMk id="166" creationId="{00000000-0000-0000-0000-000000000000}"/>
          </ac:spMkLst>
        </pc:spChg>
      </pc:sldChg>
      <pc:sldChg chg="modSp">
        <pc:chgData name="Scott McCrindle" userId="S::scott.mccrindle@georgiancollege.ca::7536330d-fcf2-4002-baad-026c255f0212" providerId="AD" clId="Web-{35F72655-9495-1C5F-8175-AA893E3A1776}" dt="2024-01-15T17:13:51.234" v="365"/>
        <pc:sldMkLst>
          <pc:docMk/>
          <pc:sldMk cId="0" sldId="263"/>
        </pc:sldMkLst>
        <pc:spChg chg="mod">
          <ac:chgData name="Scott McCrindle" userId="S::scott.mccrindle@georgiancollege.ca::7536330d-fcf2-4002-baad-026c255f0212" providerId="AD" clId="Web-{35F72655-9495-1C5F-8175-AA893E3A1776}" dt="2024-01-15T17:13:51.234" v="365"/>
          <ac:spMkLst>
            <pc:docMk/>
            <pc:sldMk cId="0" sldId="263"/>
            <ac:spMk id="178" creationId="{00000000-0000-0000-0000-000000000000}"/>
          </ac:spMkLst>
        </pc:spChg>
      </pc:sldChg>
      <pc:sldChg chg="addSp delSp modSp">
        <pc:chgData name="Scott McCrindle" userId="S::scott.mccrindle@georgiancollege.ca::7536330d-fcf2-4002-baad-026c255f0212" providerId="AD" clId="Web-{35F72655-9495-1C5F-8175-AA893E3A1776}" dt="2024-01-15T17:02:04.304" v="250" actId="20577"/>
        <pc:sldMkLst>
          <pc:docMk/>
          <pc:sldMk cId="0" sldId="264"/>
        </pc:sldMkLst>
        <pc:spChg chg="add mod">
          <ac:chgData name="Scott McCrindle" userId="S::scott.mccrindle@georgiancollege.ca::7536330d-fcf2-4002-baad-026c255f0212" providerId="AD" clId="Web-{35F72655-9495-1C5F-8175-AA893E3A1776}" dt="2024-01-15T17:02:04.304" v="250" actId="20577"/>
          <ac:spMkLst>
            <pc:docMk/>
            <pc:sldMk cId="0" sldId="264"/>
            <ac:spMk id="3" creationId="{58F401EF-177D-86D3-1D66-AF52BE75DC1B}"/>
          </ac:spMkLst>
        </pc:spChg>
        <pc:spChg chg="del">
          <ac:chgData name="Scott McCrindle" userId="S::scott.mccrindle@georgiancollege.ca::7536330d-fcf2-4002-baad-026c255f0212" providerId="AD" clId="Web-{35F72655-9495-1C5F-8175-AA893E3A1776}" dt="2024-01-15T16:59:49.690" v="206"/>
          <ac:spMkLst>
            <pc:docMk/>
            <pc:sldMk cId="0" sldId="264"/>
            <ac:spMk id="183" creationId="{00000000-0000-0000-0000-000000000000}"/>
          </ac:spMkLst>
        </pc:spChg>
      </pc:sldChg>
      <pc:sldChg chg="addSp delSp modSp add del">
        <pc:chgData name="Scott McCrindle" userId="S::scott.mccrindle@georgiancollege.ca::7536330d-fcf2-4002-baad-026c255f0212" providerId="AD" clId="Web-{35F72655-9495-1C5F-8175-AA893E3A1776}" dt="2024-01-15T16:56:29.106" v="172"/>
        <pc:sldMkLst>
          <pc:docMk/>
          <pc:sldMk cId="0" sldId="265"/>
        </pc:sldMkLst>
        <pc:spChg chg="del">
          <ac:chgData name="Scott McCrindle" userId="S::scott.mccrindle@georgiancollege.ca::7536330d-fcf2-4002-baad-026c255f0212" providerId="AD" clId="Web-{35F72655-9495-1C5F-8175-AA893E3A1776}" dt="2024-01-15T16:56:06.370" v="170"/>
          <ac:spMkLst>
            <pc:docMk/>
            <pc:sldMk cId="0" sldId="265"/>
            <ac:spMk id="188" creationId="{00000000-0000-0000-0000-000000000000}"/>
          </ac:spMkLst>
        </pc:spChg>
        <pc:picChg chg="add del mod">
          <ac:chgData name="Scott McCrindle" userId="S::scott.mccrindle@georgiancollege.ca::7536330d-fcf2-4002-baad-026c255f0212" providerId="AD" clId="Web-{35F72655-9495-1C5F-8175-AA893E3A1776}" dt="2024-01-15T16:56:13.011" v="171"/>
          <ac:picMkLst>
            <pc:docMk/>
            <pc:sldMk cId="0" sldId="265"/>
            <ac:picMk id="2" creationId="{A6EC2E4D-1A80-198E-0B6E-E3BBDE5D5A08}"/>
          </ac:picMkLst>
        </pc:picChg>
        <pc:picChg chg="add mod">
          <ac:chgData name="Scott McCrindle" userId="S::scott.mccrindle@georgiancollege.ca::7536330d-fcf2-4002-baad-026c255f0212" providerId="AD" clId="Web-{35F72655-9495-1C5F-8175-AA893E3A1776}" dt="2024-01-15T16:56:29.106" v="172"/>
          <ac:picMkLst>
            <pc:docMk/>
            <pc:sldMk cId="0" sldId="265"/>
            <ac:picMk id="3" creationId="{5622714F-1B7C-5E0A-AD89-79A06C2EF6D9}"/>
          </ac:picMkLst>
        </pc:picChg>
        <pc:picChg chg="del">
          <ac:chgData name="Scott McCrindle" userId="S::scott.mccrindle@georgiancollege.ca::7536330d-fcf2-4002-baad-026c255f0212" providerId="AD" clId="Web-{35F72655-9495-1C5F-8175-AA893E3A1776}" dt="2024-01-15T16:52:29.504" v="122"/>
          <ac:picMkLst>
            <pc:docMk/>
            <pc:sldMk cId="0" sldId="265"/>
            <ac:picMk id="189" creationId="{00000000-0000-0000-0000-000000000000}"/>
          </ac:picMkLst>
        </pc:picChg>
      </pc:sldChg>
      <pc:sldChg chg="addSp modSp">
        <pc:chgData name="Scott McCrindle" userId="S::scott.mccrindle@georgiancollege.ca::7536330d-fcf2-4002-baad-026c255f0212" providerId="AD" clId="Web-{35F72655-9495-1C5F-8175-AA893E3A1776}" dt="2024-01-15T17:12:32.466" v="362" actId="20577"/>
        <pc:sldMkLst>
          <pc:docMk/>
          <pc:sldMk cId="0" sldId="266"/>
        </pc:sldMkLst>
        <pc:spChg chg="mod">
          <ac:chgData name="Scott McCrindle" userId="S::scott.mccrindle@georgiancollege.ca::7536330d-fcf2-4002-baad-026c255f0212" providerId="AD" clId="Web-{35F72655-9495-1C5F-8175-AA893E3A1776}" dt="2024-01-15T17:12:32.466" v="362" actId="20577"/>
          <ac:spMkLst>
            <pc:docMk/>
            <pc:sldMk cId="0" sldId="266"/>
            <ac:spMk id="191" creationId="{00000000-0000-0000-0000-000000000000}"/>
          </ac:spMkLst>
        </pc:spChg>
        <pc:spChg chg="mod">
          <ac:chgData name="Scott McCrindle" userId="S::scott.mccrindle@georgiancollege.ca::7536330d-fcf2-4002-baad-026c255f0212" providerId="AD" clId="Web-{35F72655-9495-1C5F-8175-AA893E3A1776}" dt="2024-01-15T16:55:06.165" v="165" actId="1076"/>
          <ac:spMkLst>
            <pc:docMk/>
            <pc:sldMk cId="0" sldId="266"/>
            <ac:spMk id="192" creationId="{00000000-0000-0000-0000-000000000000}"/>
          </ac:spMkLst>
        </pc:spChg>
        <pc:picChg chg="add mod">
          <ac:chgData name="Scott McCrindle" userId="S::scott.mccrindle@georgiancollege.ca::7536330d-fcf2-4002-baad-026c255f0212" providerId="AD" clId="Web-{35F72655-9495-1C5F-8175-AA893E3A1776}" dt="2024-01-15T16:55:10.947" v="166" actId="1076"/>
          <ac:picMkLst>
            <pc:docMk/>
            <pc:sldMk cId="0" sldId="266"/>
            <ac:picMk id="2" creationId="{3C20CF4D-3F1F-164E-E118-5E0AC06D01F8}"/>
          </ac:picMkLst>
        </pc:picChg>
      </pc:sldChg>
      <pc:sldChg chg="addSp delSp modSp">
        <pc:chgData name="Scott McCrindle" userId="S::scott.mccrindle@georgiancollege.ca::7536330d-fcf2-4002-baad-026c255f0212" providerId="AD" clId="Web-{35F72655-9495-1C5F-8175-AA893E3A1776}" dt="2024-01-15T17:12:14.497" v="360"/>
        <pc:sldMkLst>
          <pc:docMk/>
          <pc:sldMk cId="0" sldId="268"/>
        </pc:sldMkLst>
        <pc:spChg chg="add mod">
          <ac:chgData name="Scott McCrindle" userId="S::scott.mccrindle@georgiancollege.ca::7536330d-fcf2-4002-baad-026c255f0212" providerId="AD" clId="Web-{35F72655-9495-1C5F-8175-AA893E3A1776}" dt="2024-01-15T17:12:14.497" v="360"/>
          <ac:spMkLst>
            <pc:docMk/>
            <pc:sldMk cId="0" sldId="268"/>
            <ac:spMk id="3" creationId="{48D8FBE5-C588-93CC-8F20-F8AE3418FCBF}"/>
          </ac:spMkLst>
        </pc:spChg>
        <pc:spChg chg="del mod">
          <ac:chgData name="Scott McCrindle" userId="S::scott.mccrindle@georgiancollege.ca::7536330d-fcf2-4002-baad-026c255f0212" providerId="AD" clId="Web-{35F72655-9495-1C5F-8175-AA893E3A1776}" dt="2024-01-15T17:12:14.497" v="360"/>
          <ac:spMkLst>
            <pc:docMk/>
            <pc:sldMk cId="0" sldId="268"/>
            <ac:spMk id="201" creationId="{00000000-0000-0000-0000-000000000000}"/>
          </ac:spMkLst>
        </pc:spChg>
      </pc:sldChg>
      <pc:sldChg chg="modSp">
        <pc:chgData name="Scott McCrindle" userId="S::scott.mccrindle@georgiancollege.ca::7536330d-fcf2-4002-baad-026c255f0212" providerId="AD" clId="Web-{35F72655-9495-1C5F-8175-AA893E3A1776}" dt="2024-01-15T17:01:36.444" v="237" actId="20577"/>
        <pc:sldMkLst>
          <pc:docMk/>
          <pc:sldMk cId="0" sldId="269"/>
        </pc:sldMkLst>
        <pc:spChg chg="mod">
          <ac:chgData name="Scott McCrindle" userId="S::scott.mccrindle@georgiancollege.ca::7536330d-fcf2-4002-baad-026c255f0212" providerId="AD" clId="Web-{35F72655-9495-1C5F-8175-AA893E3A1776}" dt="2024-01-15T17:01:36.444" v="237" actId="20577"/>
          <ac:spMkLst>
            <pc:docMk/>
            <pc:sldMk cId="0" sldId="269"/>
            <ac:spMk id="206" creationId="{00000000-0000-0000-0000-000000000000}"/>
          </ac:spMkLst>
        </pc:spChg>
      </pc:sldChg>
      <pc:sldChg chg="delSp">
        <pc:chgData name="Scott McCrindle" userId="S::scott.mccrindle@georgiancollege.ca::7536330d-fcf2-4002-baad-026c255f0212" providerId="AD" clId="Web-{35F72655-9495-1C5F-8175-AA893E3A1776}" dt="2024-01-15T16:57:59.780" v="188"/>
        <pc:sldMkLst>
          <pc:docMk/>
          <pc:sldMk cId="0" sldId="270"/>
        </pc:sldMkLst>
        <pc:spChg chg="del">
          <ac:chgData name="Scott McCrindle" userId="S::scott.mccrindle@georgiancollege.ca::7536330d-fcf2-4002-baad-026c255f0212" providerId="AD" clId="Web-{35F72655-9495-1C5F-8175-AA893E3A1776}" dt="2024-01-15T16:57:59.780" v="188"/>
          <ac:spMkLst>
            <pc:docMk/>
            <pc:sldMk cId="0" sldId="270"/>
            <ac:spMk id="211" creationId="{00000000-0000-0000-0000-000000000000}"/>
          </ac:spMkLst>
        </pc:spChg>
      </pc:sldChg>
      <pc:sldChg chg="delSp">
        <pc:chgData name="Scott McCrindle" userId="S::scott.mccrindle@georgiancollege.ca::7536330d-fcf2-4002-baad-026c255f0212" providerId="AD" clId="Web-{35F72655-9495-1C5F-8175-AA893E3A1776}" dt="2024-01-15T16:58:04.312" v="189"/>
        <pc:sldMkLst>
          <pc:docMk/>
          <pc:sldMk cId="0" sldId="271"/>
        </pc:sldMkLst>
        <pc:spChg chg="del">
          <ac:chgData name="Scott McCrindle" userId="S::scott.mccrindle@georgiancollege.ca::7536330d-fcf2-4002-baad-026c255f0212" providerId="AD" clId="Web-{35F72655-9495-1C5F-8175-AA893E3A1776}" dt="2024-01-15T16:58:04.312" v="189"/>
          <ac:spMkLst>
            <pc:docMk/>
            <pc:sldMk cId="0" sldId="271"/>
            <ac:spMk id="216" creationId="{00000000-0000-0000-0000-000000000000}"/>
          </ac:spMkLst>
        </pc:spChg>
      </pc:sldChg>
      <pc:sldChg chg="modSp">
        <pc:chgData name="Scott McCrindle" userId="S::scott.mccrindle@georgiancollege.ca::7536330d-fcf2-4002-baad-026c255f0212" providerId="AD" clId="Web-{35F72655-9495-1C5F-8175-AA893E3A1776}" dt="2024-01-15T17:01:23.678" v="230" actId="20577"/>
        <pc:sldMkLst>
          <pc:docMk/>
          <pc:sldMk cId="0" sldId="272"/>
        </pc:sldMkLst>
        <pc:spChg chg="mod">
          <ac:chgData name="Scott McCrindle" userId="S::scott.mccrindle@georgiancollege.ca::7536330d-fcf2-4002-baad-026c255f0212" providerId="AD" clId="Web-{35F72655-9495-1C5F-8175-AA893E3A1776}" dt="2024-01-15T17:01:23.678" v="230" actId="20577"/>
          <ac:spMkLst>
            <pc:docMk/>
            <pc:sldMk cId="0" sldId="272"/>
            <ac:spMk id="222" creationId="{00000000-0000-0000-0000-000000000000}"/>
          </ac:spMkLst>
        </pc:spChg>
      </pc:sldChg>
      <pc:sldChg chg="delSp modSp">
        <pc:chgData name="Scott McCrindle" userId="S::scott.mccrindle@georgiancollege.ca::7536330d-fcf2-4002-baad-026c255f0212" providerId="AD" clId="Web-{35F72655-9495-1C5F-8175-AA893E3A1776}" dt="2024-01-15T17:02:44.228" v="274"/>
        <pc:sldMkLst>
          <pc:docMk/>
          <pc:sldMk cId="0" sldId="274"/>
        </pc:sldMkLst>
        <pc:spChg chg="del">
          <ac:chgData name="Scott McCrindle" userId="S::scott.mccrindle@georgiancollege.ca::7536330d-fcf2-4002-baad-026c255f0212" providerId="AD" clId="Web-{35F72655-9495-1C5F-8175-AA893E3A1776}" dt="2024-01-15T17:02:44.228" v="274"/>
          <ac:spMkLst>
            <pc:docMk/>
            <pc:sldMk cId="0" sldId="274"/>
            <ac:spMk id="232" creationId="{00000000-0000-0000-0000-000000000000}"/>
          </ac:spMkLst>
        </pc:spChg>
        <pc:spChg chg="mod">
          <ac:chgData name="Scott McCrindle" userId="S::scott.mccrindle@georgiancollege.ca::7536330d-fcf2-4002-baad-026c255f0212" providerId="AD" clId="Web-{35F72655-9495-1C5F-8175-AA893E3A1776}" dt="2024-01-15T16:58:26.875" v="191"/>
          <ac:spMkLst>
            <pc:docMk/>
            <pc:sldMk cId="0" sldId="274"/>
            <ac:spMk id="233" creationId="{00000000-0000-0000-0000-000000000000}"/>
          </ac:spMkLst>
        </pc:spChg>
      </pc:sldChg>
      <pc:sldChg chg="addSp delSp modSp ord">
        <pc:chgData name="Scott McCrindle" userId="S::scott.mccrindle@georgiancollege.ca::7536330d-fcf2-4002-baad-026c255f0212" providerId="AD" clId="Web-{35F72655-9495-1C5F-8175-AA893E3A1776}" dt="2024-01-15T17:00:38.473" v="212"/>
        <pc:sldMkLst>
          <pc:docMk/>
          <pc:sldMk cId="0" sldId="275"/>
        </pc:sldMkLst>
        <pc:spChg chg="add del mod">
          <ac:chgData name="Scott McCrindle" userId="S::scott.mccrindle@georgiancollege.ca::7536330d-fcf2-4002-baad-026c255f0212" providerId="AD" clId="Web-{35F72655-9495-1C5F-8175-AA893E3A1776}" dt="2024-01-15T17:00:13.722" v="209"/>
          <ac:spMkLst>
            <pc:docMk/>
            <pc:sldMk cId="0" sldId="275"/>
            <ac:spMk id="3" creationId="{AE54FDFD-F9E4-E6BF-772B-2869258A24B2}"/>
          </ac:spMkLst>
        </pc:spChg>
        <pc:spChg chg="add del mod">
          <ac:chgData name="Scott McCrindle" userId="S::scott.mccrindle@georgiancollege.ca::7536330d-fcf2-4002-baad-026c255f0212" providerId="AD" clId="Web-{35F72655-9495-1C5F-8175-AA893E3A1776}" dt="2024-01-15T17:00:38.473" v="212"/>
          <ac:spMkLst>
            <pc:docMk/>
            <pc:sldMk cId="0" sldId="275"/>
            <ac:spMk id="5" creationId="{146D17BA-BED9-31D8-CEFA-B4051B87C323}"/>
          </ac:spMkLst>
        </pc:spChg>
        <pc:spChg chg="add del mod">
          <ac:chgData name="Scott McCrindle" userId="S::scott.mccrindle@georgiancollege.ca::7536330d-fcf2-4002-baad-026c255f0212" providerId="AD" clId="Web-{35F72655-9495-1C5F-8175-AA893E3A1776}" dt="2024-01-15T17:00:38.473" v="212"/>
          <ac:spMkLst>
            <pc:docMk/>
            <pc:sldMk cId="0" sldId="275"/>
            <ac:spMk id="235" creationId="{00000000-0000-0000-0000-000000000000}"/>
          </ac:spMkLst>
        </pc:spChg>
      </pc:sldChg>
      <pc:sldChg chg="delSp modSp">
        <pc:chgData name="Scott McCrindle" userId="S::scott.mccrindle@georgiancollege.ca::7536330d-fcf2-4002-baad-026c255f0212" providerId="AD" clId="Web-{35F72655-9495-1C5F-8175-AA893E3A1776}" dt="2024-01-15T16:58:45.360" v="193" actId="1076"/>
        <pc:sldMkLst>
          <pc:docMk/>
          <pc:sldMk cId="0" sldId="276"/>
        </pc:sldMkLst>
        <pc:spChg chg="del">
          <ac:chgData name="Scott McCrindle" userId="S::scott.mccrindle@georgiancollege.ca::7536330d-fcf2-4002-baad-026c255f0212" providerId="AD" clId="Web-{35F72655-9495-1C5F-8175-AA893E3A1776}" dt="2024-01-15T16:58:38.110" v="192"/>
          <ac:spMkLst>
            <pc:docMk/>
            <pc:sldMk cId="0" sldId="276"/>
            <ac:spMk id="238" creationId="{00000000-0000-0000-0000-000000000000}"/>
          </ac:spMkLst>
        </pc:spChg>
        <pc:picChg chg="mod">
          <ac:chgData name="Scott McCrindle" userId="S::scott.mccrindle@georgiancollege.ca::7536330d-fcf2-4002-baad-026c255f0212" providerId="AD" clId="Web-{35F72655-9495-1C5F-8175-AA893E3A1776}" dt="2024-01-15T16:58:45.360" v="193" actId="1076"/>
          <ac:picMkLst>
            <pc:docMk/>
            <pc:sldMk cId="0" sldId="276"/>
            <ac:picMk id="239" creationId="{00000000-0000-0000-0000-000000000000}"/>
          </ac:picMkLst>
        </pc:picChg>
      </pc:sldChg>
      <pc:sldChg chg="addSp delSp modSp">
        <pc:chgData name="Scott McCrindle" userId="S::scott.mccrindle@georgiancollege.ca::7536330d-fcf2-4002-baad-026c255f0212" providerId="AD" clId="Web-{35F72655-9495-1C5F-8175-AA893E3A1776}" dt="2024-01-15T17:10:03.164" v="319" actId="1076"/>
        <pc:sldMkLst>
          <pc:docMk/>
          <pc:sldMk cId="0" sldId="278"/>
        </pc:sldMkLst>
        <pc:spChg chg="mod">
          <ac:chgData name="Scott McCrindle" userId="S::scott.mccrindle@georgiancollege.ca::7536330d-fcf2-4002-baad-026c255f0212" providerId="AD" clId="Web-{35F72655-9495-1C5F-8175-AA893E3A1776}" dt="2024-01-15T17:10:03.164" v="319" actId="1076"/>
          <ac:spMkLst>
            <pc:docMk/>
            <pc:sldMk cId="0" sldId="278"/>
            <ac:spMk id="250" creationId="{00000000-0000-0000-0000-000000000000}"/>
          </ac:spMkLst>
        </pc:spChg>
        <pc:picChg chg="add mod">
          <ac:chgData name="Scott McCrindle" userId="S::scott.mccrindle@georgiancollege.ca::7536330d-fcf2-4002-baad-026c255f0212" providerId="AD" clId="Web-{35F72655-9495-1C5F-8175-AA893E3A1776}" dt="2024-01-15T17:08:30.958" v="317" actId="1076"/>
          <ac:picMkLst>
            <pc:docMk/>
            <pc:sldMk cId="0" sldId="278"/>
            <ac:picMk id="2" creationId="{BA922615-937E-0048-01B6-36E1FE95AA02}"/>
          </ac:picMkLst>
        </pc:picChg>
        <pc:picChg chg="add mod ord">
          <ac:chgData name="Scott McCrindle" userId="S::scott.mccrindle@georgiancollege.ca::7536330d-fcf2-4002-baad-026c255f0212" providerId="AD" clId="Web-{35F72655-9495-1C5F-8175-AA893E3A1776}" dt="2024-01-15T17:07:00.970" v="304"/>
          <ac:picMkLst>
            <pc:docMk/>
            <pc:sldMk cId="0" sldId="278"/>
            <ac:picMk id="3" creationId="{9AFE521C-6345-C854-9508-51DAAE3C022B}"/>
          </ac:picMkLst>
        </pc:picChg>
        <pc:picChg chg="add del">
          <ac:chgData name="Scott McCrindle" userId="S::scott.mccrindle@georgiancollege.ca::7536330d-fcf2-4002-baad-026c255f0212" providerId="AD" clId="Web-{35F72655-9495-1C5F-8175-AA893E3A1776}" dt="2024-01-15T17:08:20.348" v="316"/>
          <ac:picMkLst>
            <pc:docMk/>
            <pc:sldMk cId="0" sldId="278"/>
            <ac:picMk id="4" creationId="{54B4B53C-6591-7CC4-9DE4-58993B19A221}"/>
          </ac:picMkLst>
        </pc:picChg>
        <pc:picChg chg="add mod">
          <ac:chgData name="Scott McCrindle" userId="S::scott.mccrindle@georgiancollege.ca::7536330d-fcf2-4002-baad-026c255f0212" providerId="AD" clId="Web-{35F72655-9495-1C5F-8175-AA893E3A1776}" dt="2024-01-15T17:08:04.254" v="315" actId="14100"/>
          <ac:picMkLst>
            <pc:docMk/>
            <pc:sldMk cId="0" sldId="278"/>
            <ac:picMk id="5" creationId="{2A303B9C-0356-9A2A-3628-7F6A516ACE8D}"/>
          </ac:picMkLst>
        </pc:picChg>
        <pc:picChg chg="mod">
          <ac:chgData name="Scott McCrindle" userId="S::scott.mccrindle@georgiancollege.ca::7536330d-fcf2-4002-baad-026c255f0212" providerId="AD" clId="Web-{35F72655-9495-1C5F-8175-AA893E3A1776}" dt="2024-01-15T17:05:00.810" v="286" actId="1076"/>
          <ac:picMkLst>
            <pc:docMk/>
            <pc:sldMk cId="0" sldId="278"/>
            <ac:picMk id="249" creationId="{00000000-0000-0000-0000-000000000000}"/>
          </ac:picMkLst>
        </pc:picChg>
      </pc:sldChg>
      <pc:sldChg chg="modSp">
        <pc:chgData name="Scott McCrindle" userId="S::scott.mccrindle@georgiancollege.ca::7536330d-fcf2-4002-baad-026c255f0212" providerId="AD" clId="Web-{35F72655-9495-1C5F-8175-AA893E3A1776}" dt="2024-01-15T17:11:38.167" v="356" actId="20577"/>
        <pc:sldMkLst>
          <pc:docMk/>
          <pc:sldMk cId="0" sldId="279"/>
        </pc:sldMkLst>
        <pc:spChg chg="mod">
          <ac:chgData name="Scott McCrindle" userId="S::scott.mccrindle@georgiancollege.ca::7536330d-fcf2-4002-baad-026c255f0212" providerId="AD" clId="Web-{35F72655-9495-1C5F-8175-AA893E3A1776}" dt="2024-01-15T17:11:38.167" v="356" actId="20577"/>
          <ac:spMkLst>
            <pc:docMk/>
            <pc:sldMk cId="0" sldId="279"/>
            <ac:spMk id="252" creationId="{00000000-0000-0000-0000-000000000000}"/>
          </ac:spMkLst>
        </pc:spChg>
      </pc:sldChg>
      <pc:sldChg chg="delSp">
        <pc:chgData name="Scott McCrindle" userId="S::scott.mccrindle@georgiancollege.ca::7536330d-fcf2-4002-baad-026c255f0212" providerId="AD" clId="Web-{35F72655-9495-1C5F-8175-AA893E3A1776}" dt="2024-01-15T17:11:45.667" v="357"/>
        <pc:sldMkLst>
          <pc:docMk/>
          <pc:sldMk cId="0" sldId="280"/>
        </pc:sldMkLst>
        <pc:spChg chg="del">
          <ac:chgData name="Scott McCrindle" userId="S::scott.mccrindle@georgiancollege.ca::7536330d-fcf2-4002-baad-026c255f0212" providerId="AD" clId="Web-{35F72655-9495-1C5F-8175-AA893E3A1776}" dt="2024-01-15T17:11:45.667" v="357"/>
          <ac:spMkLst>
            <pc:docMk/>
            <pc:sldMk cId="0" sldId="280"/>
            <ac:spMk id="257" creationId="{00000000-0000-0000-0000-000000000000}"/>
          </ac:spMkLst>
        </pc:spChg>
      </pc:sldChg>
      <pc:sldChg chg="modSp">
        <pc:chgData name="Scott McCrindle" userId="S::scott.mccrindle@georgiancollege.ca::7536330d-fcf2-4002-baad-026c255f0212" providerId="AD" clId="Web-{35F72655-9495-1C5F-8175-AA893E3A1776}" dt="2024-01-15T17:19:12.026" v="512" actId="20577"/>
        <pc:sldMkLst>
          <pc:docMk/>
          <pc:sldMk cId="4071294716" sldId="282"/>
        </pc:sldMkLst>
        <pc:spChg chg="mod">
          <ac:chgData name="Scott McCrindle" userId="S::scott.mccrindle@georgiancollege.ca::7536330d-fcf2-4002-baad-026c255f0212" providerId="AD" clId="Web-{35F72655-9495-1C5F-8175-AA893E3A1776}" dt="2024-01-15T17:14:36.626" v="371" actId="20577"/>
          <ac:spMkLst>
            <pc:docMk/>
            <pc:sldMk cId="4071294716" sldId="282"/>
            <ac:spMk id="2" creationId="{00000000-0000-0000-0000-000000000000}"/>
          </ac:spMkLst>
        </pc:spChg>
        <pc:spChg chg="mod">
          <ac:chgData name="Scott McCrindle" userId="S::scott.mccrindle@georgiancollege.ca::7536330d-fcf2-4002-baad-026c255f0212" providerId="AD" clId="Web-{35F72655-9495-1C5F-8175-AA893E3A1776}" dt="2024-01-15T17:19:12.026" v="512" actId="20577"/>
          <ac:spMkLst>
            <pc:docMk/>
            <pc:sldMk cId="4071294716" sldId="282"/>
            <ac:spMk id="3" creationId="{00000000-0000-0000-0000-000000000000}"/>
          </ac:spMkLst>
        </pc:spChg>
      </pc:sldChg>
      <pc:sldChg chg="delSp modSp add replId">
        <pc:chgData name="Scott McCrindle" userId="S::scott.mccrindle@georgiancollege.ca::7536330d-fcf2-4002-baad-026c255f0212" providerId="AD" clId="Web-{35F72655-9495-1C5F-8175-AA893E3A1776}" dt="2024-01-15T17:02:36.821" v="273"/>
        <pc:sldMkLst>
          <pc:docMk/>
          <pc:sldMk cId="3666943096" sldId="283"/>
        </pc:sldMkLst>
        <pc:spChg chg="del">
          <ac:chgData name="Scott McCrindle" userId="S::scott.mccrindle@georgiancollege.ca::7536330d-fcf2-4002-baad-026c255f0212" providerId="AD" clId="Web-{35F72655-9495-1C5F-8175-AA893E3A1776}" dt="2024-01-15T17:02:36.821" v="273"/>
          <ac:spMkLst>
            <pc:docMk/>
            <pc:sldMk cId="3666943096" sldId="283"/>
            <ac:spMk id="232" creationId="{ADCB4C23-21A3-994B-C011-5CA19CBC909A}"/>
          </ac:spMkLst>
        </pc:spChg>
        <pc:spChg chg="mod">
          <ac:chgData name="Scott McCrindle" userId="S::scott.mccrindle@georgiancollege.ca::7536330d-fcf2-4002-baad-026c255f0212" providerId="AD" clId="Web-{35F72655-9495-1C5F-8175-AA893E3A1776}" dt="2024-01-15T17:02:34.462" v="272" actId="20577"/>
          <ac:spMkLst>
            <pc:docMk/>
            <pc:sldMk cId="3666943096" sldId="283"/>
            <ac:spMk id="233" creationId="{F216CDA5-8EB1-8629-A3D1-885DE87FC155}"/>
          </ac:spMkLst>
        </pc:spChg>
      </pc:sldChg>
      <pc:sldChg chg="modSp add replId">
        <pc:chgData name="Scott McCrindle" userId="S::scott.mccrindle@georgiancollege.ca::7536330d-fcf2-4002-baad-026c255f0212" providerId="AD" clId="Web-{35F72655-9495-1C5F-8175-AA893E3A1776}" dt="2024-01-15T17:03:22.479" v="284" actId="20577"/>
        <pc:sldMkLst>
          <pc:docMk/>
          <pc:sldMk cId="2657635082" sldId="284"/>
        </pc:sldMkLst>
        <pc:spChg chg="mod">
          <ac:chgData name="Scott McCrindle" userId="S::scott.mccrindle@georgiancollege.ca::7536330d-fcf2-4002-baad-026c255f0212" providerId="AD" clId="Web-{35F72655-9495-1C5F-8175-AA893E3A1776}" dt="2024-01-15T17:03:22.479" v="284" actId="20577"/>
          <ac:spMkLst>
            <pc:docMk/>
            <pc:sldMk cId="2657635082" sldId="284"/>
            <ac:spMk id="233" creationId="{9F49627F-06A5-3C90-8B6F-DE635FD64F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mashingmagazine.com/2010/11/04/best-practices-of-combining-typeface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cssfontstack.com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CSS/@font-face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.smashingmagazine.com/2009/04/03/8-simple-ways-to-improve-typography-in-your-designs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.smashingmagazine.com/2009/04/03/8-simple-ways-to-improve-typography-in-your-designs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.smashingmagazine.com/2009/04/03/8-simple-ways-to-improve-typography-in-your-designs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boulton.co.uk/journal/five-simple-steps-to-better-typography-part-4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tepoint.com/spaced-out-tracking-in-typography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.smashingmagazine.com/2009/04/03/8-simple-ways-to-improve-typography-in-your-designs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.smashingmagazine.com/2009/04/03/8-simple-ways-to-improve-typography-in-your-designs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3" name="Shape 1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Introducing the Underwood No.5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7" name="Shape 1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Introducing the Underwood No.5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http://www.smashingmagazine.com/2010/11/04/best-practices-of-combining-typefaces/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Shape 17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 dirty="0">
                <a:hlinkClick r:id="rId3"/>
              </a:rPr>
              <a:t>http://cssfontstack.com/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 dirty="0">
                <a:hlinkClick r:id="rId3"/>
              </a:rPr>
              <a:t>https://developer.mozilla.org/en-US/docs/CSS/@font-face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http://coding.smashingmagazine.com/2009/04/03/8-simple-ways-to-improve-typography-in-your-designs/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 dirty="0">
                <a:hlinkClick r:id="rId3"/>
              </a:rPr>
              <a:t>http://coding.smashingmagazine.com/2009/04/03/8-simple-ways-to-improve-typography-in-your-designs/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" name="Shape 1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Textures, Gradients, &amp; Shadows should also be discussed 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http://coding.smashingmagazine.com/2009/04/03/8-simple-ways-to-improve-typography-in-your-designs/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4" name="Shape 2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idea here is to produce a good typographic ‘color’ - the longer the measure, the greater the leading required.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0" name="Shape 22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Maintain vertical rhythm - keep aligned to a baseline grid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Why and when to adjust tracking and how it is different from kerning</a:t>
            </a:r>
          </a:p>
          <a:p>
            <a:r>
              <a:rPr dirty="0"/>
              <a:t>try...</a:t>
            </a:r>
          </a:p>
          <a:p>
            <a:r>
              <a:rPr u="sng" dirty="0">
                <a:hlinkClick r:id="rId3"/>
              </a:rPr>
              <a:t>http://www.markboulton.co.uk/journal/five-simple-steps-to-better-typography-part-4</a:t>
            </a:r>
          </a:p>
          <a:p>
            <a:r>
              <a:rPr dirty="0"/>
              <a:t>h1, h2, h3, </a:t>
            </a:r>
            <a:r>
              <a:rPr dirty="0" err="1"/>
              <a:t>p.intro</a:t>
            </a:r>
            <a:r>
              <a:rPr dirty="0"/>
              <a:t> { </a:t>
            </a:r>
          </a:p>
          <a:p>
            <a:r>
              <a:rPr dirty="0"/>
              <a:t>  text-rendering: </a:t>
            </a:r>
            <a:r>
              <a:rPr dirty="0" err="1"/>
              <a:t>optimizeLegibility</a:t>
            </a:r>
            <a:r>
              <a:rPr dirty="0"/>
              <a:t>; </a:t>
            </a:r>
          </a:p>
          <a:p>
            <a:r>
              <a:rPr dirty="0"/>
              <a:t>}</a:t>
            </a:r>
          </a:p>
          <a:p>
            <a:r>
              <a:rPr dirty="0"/>
              <a:t>/* enables native font kerning table values */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0" name="Shape 2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Image from the great article by Jennifer Farley at </a:t>
            </a:r>
            <a:r>
              <a:rPr dirty="0" err="1"/>
              <a:t>SitePoint</a:t>
            </a:r>
            <a:r>
              <a:rPr dirty="0"/>
              <a:t>:</a:t>
            </a:r>
          </a:p>
          <a:p>
            <a:r>
              <a:rPr u="sng" dirty="0">
                <a:hlinkClick r:id="rId3"/>
              </a:rPr>
              <a:t>http://www.sitepoint.com/spaced-out-tracking-in-typography/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" name="Shape 2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 dirty="0">
                <a:hlinkClick r:id="rId3"/>
              </a:rPr>
              <a:t>http://coding.smashingmagazine.com/2009/04/03/8-simple-ways-to-improve-typography-in-your-designs/</a:t>
            </a:r>
          </a:p>
          <a:p>
            <a:r>
              <a:rPr dirty="0"/>
              <a:t>For single-column design, 65 characters is considered ideal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6" name="Shape 2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Perhaps CSS columns here and avoiding indenting the first paragraph of an article with p + p { text-indent: 2em; }?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" name="Shape 2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Discuss clean rags and hyphenization with CSS here.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0" name="Shape 2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http://coding.smashingmagazine.com/2009/04/03/8-simple-ways-to-improve-typography-in-your-designs/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8415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sz="7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232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body" sz="quarter" idx="13"/>
          </p:nvPr>
        </p:nvSpPr>
        <p:spPr>
          <a:xfrm>
            <a:off x="2171700" y="1371600"/>
            <a:ext cx="10464800" cy="647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Text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anchor="t"/>
          <a:lstStyle>
            <a:lvl1pPr>
              <a:spcBef>
                <a:spcPts val="2400"/>
              </a:spcBef>
              <a:buSzPct val="100000"/>
              <a:buFont typeface="Lucida Grande"/>
              <a:buChar char="‣"/>
              <a:defRPr sz="360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2400"/>
              </a:spcBef>
              <a:defRPr sz="360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2400"/>
              </a:spcBef>
              <a:defRPr sz="360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2400"/>
              </a:spcBef>
              <a:defRPr sz="360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2400"/>
              </a:spcBef>
              <a:defRPr sz="36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body" sz="quarter" idx="13"/>
          </p:nvPr>
        </p:nvSpPr>
        <p:spPr>
          <a:xfrm>
            <a:off x="9617174" y="1581150"/>
            <a:ext cx="2127052" cy="7239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Title Text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191622" y="609600"/>
            <a:ext cx="1498601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Abadi MT Condensed Extra Bold"/>
                <a:ea typeface="Abadi MT Condensed Extra Bold"/>
                <a:cs typeface="Abadi MT Condensed Extra Bold"/>
                <a:sym typeface="Abadi MT Condensed Extra Bold"/>
              </a:defRPr>
            </a:lvl1pPr>
          </a:lstStyle>
          <a:p>
            <a:r>
              <a:t>SCHOOLOFDESIGNANDVISUALART</a:t>
            </a:r>
          </a:p>
        </p:txBody>
      </p:sp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2171700" y="1333500"/>
            <a:ext cx="10464800" cy="850900"/>
          </a:xfrm>
          <a:prstGeom prst="rect">
            <a:avLst/>
          </a:prstGeom>
        </p:spPr>
        <p:txBody>
          <a:bodyPr anchor="t"/>
          <a:lstStyle>
            <a:lvl1pPr algn="r">
              <a:defRPr sz="3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191622" y="609600"/>
            <a:ext cx="1498601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Abadi MT Condensed Extra Bold"/>
                <a:ea typeface="Abadi MT Condensed Extra Bold"/>
                <a:cs typeface="Abadi MT Condensed Extra Bold"/>
                <a:sym typeface="Abadi MT Condensed Extra Bold"/>
              </a:defRPr>
            </a:lvl1pPr>
          </a:lstStyle>
          <a:p>
            <a:r>
              <a:t>SCHOOLOFDESIGNANDVISUALART</a:t>
            </a:r>
          </a:p>
        </p:txBody>
      </p:sp>
      <p:sp>
        <p:nvSpPr>
          <p:cNvPr id="65" name="Shape 65"/>
          <p:cNvSpPr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sz="6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/>
          </p:cNvSpPr>
          <p:nvPr>
            <p:ph type="pic" sz="half" idx="13"/>
          </p:nvPr>
        </p:nvSpPr>
        <p:spPr>
          <a:xfrm>
            <a:off x="2438400" y="1638300"/>
            <a:ext cx="8128000" cy="455930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pic" sz="half" idx="13"/>
          </p:nvPr>
        </p:nvSpPr>
        <p:spPr>
          <a:xfrm>
            <a:off x="2438400" y="1638300"/>
            <a:ext cx="8128000" cy="4559300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83" name="Shape 83"/>
          <p:cNvSpPr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4" name="Shape 8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pic" sz="quarter" idx="13"/>
          </p:nvPr>
        </p:nvSpPr>
        <p:spPr>
          <a:xfrm>
            <a:off x="7124700" y="1968500"/>
            <a:ext cx="4216400" cy="562610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r>
              <a:t>Title Text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pic" sz="quarter" idx="13"/>
          </p:nvPr>
        </p:nvSpPr>
        <p:spPr>
          <a:xfrm>
            <a:off x="7124700" y="1968500"/>
            <a:ext cx="4216400" cy="5626100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r>
              <a:t>Title Text</a:t>
            </a:r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hape 10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/>
        </p:nvSpPr>
        <p:spPr>
          <a:xfrm>
            <a:off x="191622" y="609600"/>
            <a:ext cx="1498601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Abadi MT Condensed Extra Bold"/>
                <a:ea typeface="Abadi MT Condensed Extra Bold"/>
                <a:cs typeface="Abadi MT Condensed Extra Bold"/>
                <a:sym typeface="Abadi MT Condensed Extra Bold"/>
              </a:defRPr>
            </a:lvl1pPr>
          </a:lstStyle>
          <a:p>
            <a:r>
              <a:t>SCHOOLOFDESIGNANDVISUALART</a:t>
            </a:r>
          </a:p>
        </p:txBody>
      </p:sp>
      <p:sp>
        <p:nvSpPr>
          <p:cNvPr id="112" name="Shape 112"/>
          <p:cNvSpPr>
            <a:spLocks noGrp="1"/>
          </p:cNvSpPr>
          <p:nvPr>
            <p:ph type="pic" sz="quarter" idx="13"/>
          </p:nvPr>
        </p:nvSpPr>
        <p:spPr>
          <a:xfrm>
            <a:off x="7175500" y="2882900"/>
            <a:ext cx="4102100" cy="547370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4" name="Shape 114"/>
          <p:cNvSpPr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Shape 1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3" name="Shape 123"/>
          <p:cNvSpPr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hape 1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2" name="Shape 132"/>
          <p:cNvSpPr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3" name="Shape 1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/>
          </p:cNvSpPr>
          <p:nvPr>
            <p:ph type="title"/>
          </p:nvPr>
        </p:nvSpPr>
        <p:spPr>
          <a:xfrm>
            <a:off x="1270000" y="18415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sz="7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41" name="Shape 141"/>
          <p:cNvSpPr>
            <a:spLocks noGrp="1"/>
          </p:cNvSpPr>
          <p:nvPr>
            <p:ph type="body" sz="quarter" idx="1"/>
          </p:nvPr>
        </p:nvSpPr>
        <p:spPr>
          <a:xfrm>
            <a:off x="1270000" y="5232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" name="Shape 14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necolas.github.com/normalize.css/" TargetMode="External"/><Relationship Id="rId2" Type="http://schemas.openxmlformats.org/officeDocument/2006/relationships/hyperlink" Target="http://meyerweb.com/eric/tools/css/reset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www.fonts.com/content/learning/fontology/level-2/text-typography/column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Learn/CSS" TargetMode="External"/><Relationship Id="rId3" Type="http://schemas.openxmlformats.org/officeDocument/2006/relationships/hyperlink" Target="https://commons.wikimedia.org/wiki/File:Typewriter_Georgian_Letters.jpg" TargetMode="External"/><Relationship Id="rId7" Type="http://schemas.openxmlformats.org/officeDocument/2006/relationships/hyperlink" Target="https://developer.mozilla.org/en-US/docs/CSS/@font-face" TargetMode="External"/><Relationship Id="rId2" Type="http://schemas.openxmlformats.org/officeDocument/2006/relationships/hyperlink" Target="http://www.gnu.org/copyleft/fd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ssfontstack.com/" TargetMode="External"/><Relationship Id="rId5" Type="http://schemas.openxmlformats.org/officeDocument/2006/relationships/hyperlink" Target="http://coding.smashingmagazine.com/2009/04/03/8-simple-ways-to-improve-typography-in-your-designs/" TargetMode="External"/><Relationship Id="rId4" Type="http://schemas.openxmlformats.org/officeDocument/2006/relationships/hyperlink" Target="http://www.sitepoint.com/spaced-out-tracking-in-typography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59" y="4163"/>
            <a:ext cx="9574106" cy="974704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5" y="1756688"/>
            <a:ext cx="13011573" cy="62551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Typography</a:t>
            </a:r>
          </a:p>
          <a:p>
            <a:r>
              <a:t>with CSS</a:t>
            </a:r>
          </a:p>
        </p:txBody>
      </p:sp>
      <p:sp>
        <p:nvSpPr>
          <p:cNvPr id="160" name="Shape 160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Properties, Readability &amp; Web Fonts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Clearing the Decks</a:t>
            </a:r>
          </a:p>
        </p:txBody>
      </p:sp>
      <p:sp>
        <p:nvSpPr>
          <p:cNvPr id="163" name="Shape 163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CSS Normalization &amp; Reset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body" idx="13"/>
          </p:nvPr>
        </p:nvSpPr>
        <p:spPr>
          <a:xfrm>
            <a:off x="1908254" y="1568638"/>
            <a:ext cx="9182100" cy="748923"/>
          </a:xfrm>
          <a:prstGeom prst="rect">
            <a:avLst/>
          </a:prstGeom>
        </p:spPr>
        <p:txBody>
          <a:bodyPr wrap="square"/>
          <a:lstStyle>
            <a:lvl1pPr algn="r"/>
          </a:lstStyle>
          <a:p>
            <a:pPr algn="ctr"/>
            <a:r>
              <a:rPr>
                <a:latin typeface="Helvetica"/>
                <a:cs typeface="Helvetica"/>
              </a:rPr>
              <a:t>CSS Normalization &amp; Reset</a:t>
            </a:r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 marL="811530" indent="-494030"/>
            <a:endParaRPr lang="en-US" dirty="0">
              <a:latin typeface="Helvetica"/>
              <a:cs typeface="Helvetica"/>
            </a:endParaRPr>
          </a:p>
          <a:p>
            <a:pPr marL="811530" indent="-494030"/>
            <a:r>
              <a:rPr lang="en-US" dirty="0">
                <a:latin typeface="Helvetica"/>
                <a:cs typeface="Helvetica"/>
              </a:rPr>
              <a:t>Reset – override or delete all browser default styles</a:t>
            </a:r>
            <a:br>
              <a:rPr lang="en-US" sz="2000" dirty="0">
                <a:latin typeface="Helvetica"/>
                <a:cs typeface="Helvetica"/>
              </a:rPr>
            </a:br>
            <a:r>
              <a:rPr lang="en-US" sz="2000" dirty="0">
                <a:latin typeface="Helvetica"/>
                <a:cs typeface="Helvetica"/>
              </a:rPr>
              <a:t>Eric</a:t>
            </a:r>
            <a:r>
              <a:rPr sz="2000" dirty="0">
                <a:latin typeface="Helvetica"/>
                <a:cs typeface="Helvetica"/>
              </a:rPr>
              <a:t> Meyer’s “Reset CSS</a:t>
            </a:r>
            <a:r>
              <a:rPr lang="en-US" sz="2000" dirty="0">
                <a:latin typeface="Helvetica"/>
                <a:cs typeface="Helvetica"/>
              </a:rPr>
              <a:t>”: </a:t>
            </a:r>
            <a:r>
              <a:rPr sz="2000" u="sng" dirty="0">
                <a:latin typeface="Helvetica"/>
                <a:cs typeface="Helvetica"/>
                <a:hlinkClick r:id="rId2"/>
              </a:rPr>
              <a:t>http://meyerweb.com/eric/tools/css/reset/</a:t>
            </a:r>
            <a:endParaRPr lang="en-US" sz="2000" dirty="0">
              <a:latin typeface="Helvetica"/>
              <a:cs typeface="Helvetica"/>
            </a:endParaRPr>
          </a:p>
          <a:p>
            <a:pPr marL="811530" indent="-494030"/>
            <a:r>
              <a:rPr lang="en-US" dirty="0">
                <a:latin typeface="Helvetica"/>
                <a:cs typeface="Helvetica"/>
              </a:rPr>
              <a:t>Normalization – make all browser default styles the same (or close to it)</a:t>
            </a:r>
            <a:br>
              <a:rPr lang="en-US" dirty="0">
                <a:latin typeface="Helvetica"/>
                <a:cs typeface="Helvetica"/>
              </a:rPr>
            </a:br>
            <a:r>
              <a:rPr lang="en-US" sz="2000" dirty="0">
                <a:latin typeface="Helvetica"/>
                <a:cs typeface="Helvetica"/>
              </a:rPr>
              <a:t>Normalize</a:t>
            </a:r>
            <a:r>
              <a:rPr sz="2000" dirty="0">
                <a:latin typeface="Helvetica"/>
                <a:cs typeface="Helvetica"/>
              </a:rPr>
              <a:t>.</a:t>
            </a:r>
            <a:r>
              <a:rPr lang="en-US" sz="2000" dirty="0">
                <a:latin typeface="Helvetica"/>
                <a:cs typeface="Helvetica"/>
              </a:rPr>
              <a:t>css: </a:t>
            </a:r>
            <a:r>
              <a:rPr lang="en-US" sz="2000" u="sng" dirty="0">
                <a:latin typeface="Helvetica"/>
                <a:cs typeface="Helvetica"/>
                <a:hlinkClick r:id="rId3"/>
              </a:rPr>
              <a:t>http</a:t>
            </a:r>
            <a:r>
              <a:rPr sz="2000" u="sng" dirty="0">
                <a:latin typeface="Helvetica"/>
                <a:cs typeface="Helvetica"/>
                <a:hlinkClick r:id="rId3"/>
              </a:rPr>
              <a:t>://necolas.github.com/normalize.css/</a:t>
            </a:r>
            <a:endParaRPr lang="en-US" dirty="0">
              <a:latin typeface="Helvetica"/>
              <a:cs typeface="Helvetica"/>
            </a:endParaRPr>
          </a:p>
          <a:p>
            <a:pPr marL="317500" indent="0">
              <a:buNone/>
            </a:pPr>
            <a:br>
              <a:rPr dirty="0">
                <a:latin typeface="Helvetica"/>
                <a:cs typeface="Helvetica"/>
              </a:rPr>
            </a:br>
            <a:endParaRPr>
              <a:latin typeface="Helvetica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Web-Safer Fonts and Font Embedding</a:t>
            </a:r>
          </a:p>
        </p:txBody>
      </p:sp>
      <p:sp>
        <p:nvSpPr>
          <p:cNvPr id="169" name="Shape 169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Typeface Options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/>
          </p:cNvSpPr>
          <p:nvPr>
            <p:ph type="body" idx="13"/>
          </p:nvPr>
        </p:nvSpPr>
        <p:spPr>
          <a:xfrm>
            <a:off x="3505200" y="755649"/>
            <a:ext cx="9182100" cy="723901"/>
          </a:xfrm>
          <a:prstGeom prst="rect">
            <a:avLst/>
          </a:prstGeom>
        </p:spPr>
        <p:txBody>
          <a:bodyPr wrap="square"/>
          <a:lstStyle>
            <a:lvl1pPr algn="r"/>
          </a:lstStyle>
          <a:p>
            <a:r>
              <a:t>Web Safe(r) Fonts</a:t>
            </a:r>
          </a:p>
        </p:txBody>
      </p:sp>
      <p:graphicFrame>
        <p:nvGraphicFramePr>
          <p:cNvPr id="174" name="Table 174"/>
          <p:cNvGraphicFramePr/>
          <p:nvPr>
            <p:extLst>
              <p:ext uri="{D42A27DB-BD31-4B8C-83A1-F6EECF244321}">
                <p14:modId xmlns:p14="http://schemas.microsoft.com/office/powerpoint/2010/main" val="1003065795"/>
              </p:ext>
            </p:extLst>
          </p:nvPr>
        </p:nvGraphicFramePr>
        <p:xfrm>
          <a:off x="282864" y="1562225"/>
          <a:ext cx="12433297" cy="658885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6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4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478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400">
                          <a:latin typeface="Arial" panose="020B0604020202020204" pitchFamily="34" charset="0"/>
                          <a:ea typeface="Gill Sans"/>
                          <a:cs typeface="Arial" panose="020B0604020202020204" pitchFamily="34" charset="0"/>
                        </a:rPr>
                        <a:t>Sans-Serif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Arial" panose="020B0604020202020204" pitchFamily="34" charset="0"/>
                          <a:ea typeface="Gill Sans"/>
                          <a:cs typeface="Arial" panose="020B0604020202020204" pitchFamily="34" charset="0"/>
                        </a:rPr>
                        <a:t>Serif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400">
                          <a:latin typeface="Arial" panose="020B0604020202020204" pitchFamily="34" charset="0"/>
                          <a:ea typeface="Gill Sans"/>
                          <a:cs typeface="Arial" panose="020B0604020202020204" pitchFamily="34" charset="0"/>
                        </a:rPr>
                        <a:t>Monospaced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400">
                          <a:latin typeface="Arial" panose="020B0604020202020204" pitchFamily="34" charset="0"/>
                          <a:ea typeface="Gill Sans"/>
                          <a:cs typeface="Arial" panose="020B0604020202020204" pitchFamily="34" charset="0"/>
                        </a:rPr>
                        <a:t>Fantasy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400">
                          <a:latin typeface="Arial" panose="020B0604020202020204" pitchFamily="34" charset="0"/>
                          <a:ea typeface="Gill Sans"/>
                          <a:cs typeface="Arial" panose="020B0604020202020204" pitchFamily="34" charset="0"/>
                        </a:rPr>
                        <a:t>Script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497">
                <a:tc>
                  <a:txBody>
                    <a:bodyPr/>
                    <a:lstStyle/>
                    <a:p>
                      <a:pPr algn="l" defTabSz="914400">
                        <a:tabLst>
                          <a:tab pos="914400" algn="l"/>
                        </a:tabLst>
                        <a:defRPr>
                          <a:latin typeface="Gill Sans"/>
                          <a:ea typeface="Gill Sans"/>
                          <a:cs typeface="Gill Sans"/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  <a:sym typeface="Arial"/>
                        </a:rPr>
                        <a:t>Arial</a:t>
                      </a:r>
                    </a:p>
                    <a:p>
                      <a:pPr algn="l" defTabSz="914400">
                        <a:tabLst>
                          <a:tab pos="914400" algn="l"/>
                        </a:tabLst>
                        <a:defRPr>
                          <a:latin typeface="Gill Sans"/>
                          <a:ea typeface="Gill Sans"/>
                          <a:cs typeface="Gill Sans"/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ea typeface="Arial Black"/>
                          <a:cs typeface="Arial" panose="020B0604020202020204" pitchFamily="34" charset="0"/>
                          <a:sym typeface="Arial Black"/>
                        </a:rPr>
                        <a:t>Arial Black</a:t>
                      </a:r>
                    </a:p>
                    <a:p>
                      <a:pPr algn="l" defTabSz="914400">
                        <a:tabLst>
                          <a:tab pos="914400" algn="l"/>
                        </a:tabLst>
                        <a:defRPr>
                          <a:latin typeface="Gill Sans"/>
                          <a:ea typeface="Gill Sans"/>
                          <a:cs typeface="Gill Sans"/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ea typeface="Arial Narrow"/>
                          <a:cs typeface="Arial" panose="020B0604020202020204" pitchFamily="34" charset="0"/>
                          <a:sym typeface="Arial Narrow"/>
                        </a:rPr>
                        <a:t>Arial Narrow</a:t>
                      </a:r>
                      <a:br>
                        <a:rPr lang="en-US" dirty="0">
                          <a:latin typeface="Arial" panose="020B0604020202020204" pitchFamily="34" charset="0"/>
                          <a:ea typeface="Arial Narrow"/>
                          <a:cs typeface="Arial" panose="020B0604020202020204" pitchFamily="34" charset="0"/>
                          <a:sym typeface="Arial Narrow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 Rounded MT Bold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Avant </a:t>
                      </a:r>
                      <a:r>
                        <a:rPr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Garde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Calibri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Candara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Century Gothic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Franklin Gothic Medium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Futura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Geneva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Gill Sans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Helvetica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Lucida Grande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Optima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Segoe UI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Tahoma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Trebuchet MS</a:t>
                      </a:r>
                      <a:b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Verdana</a:t>
                      </a:r>
                    </a:p>
                  </a:txBody>
                  <a:tcPr marL="50800" marR="50800" marT="50800" marB="50800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Baskerville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Big Caslon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Bodoni MT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Book Antiqua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Calisto MT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Cambria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 err="1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Didot</a:t>
                      </a:r>
                      <a:endParaRPr lang="en-US" dirty="0">
                        <a:latin typeface="Arial" panose="020B0604020202020204" pitchFamily="34" charset="0"/>
                        <a:ea typeface="Baskerville"/>
                        <a:cs typeface="Arial" panose="020B0604020202020204" pitchFamily="34" charset="0"/>
                        <a:sym typeface="Baskerville"/>
                      </a:endParaRP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Garamond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Georgia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Goudy Old Style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 err="1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Hoefler</a:t>
                      </a: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 Text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Lucida Bright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Palatino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Perpetua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Rockwell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Rockwell Extra Bold</a:t>
                      </a:r>
                    </a:p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ea typeface="Baskerville"/>
                          <a:cs typeface="Arial" panose="020B0604020202020204" pitchFamily="34" charset="0"/>
                          <a:sym typeface="Baskerville"/>
                        </a:rPr>
                        <a:t>Times New Roman</a:t>
                      </a:r>
                    </a:p>
                    <a:p>
                      <a:pPr algn="l" defTabSz="457200">
                        <a:lnSpc>
                          <a:spcPts val="4800"/>
                        </a:lnSpc>
                      </a:pPr>
                      <a:endParaRPr dirty="0">
                        <a:latin typeface="Arial" panose="020B0604020202020204" pitchFamily="34" charset="0"/>
                        <a:ea typeface="Baskerville"/>
                        <a:cs typeface="Arial" panose="020B0604020202020204" pitchFamily="34" charset="0"/>
                        <a:sym typeface="Baskerville"/>
                      </a:endParaRPr>
                    </a:p>
                  </a:txBody>
                  <a:tcPr marL="50800" marR="50800" marT="50800" marB="50800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dirty="0">
                          <a:latin typeface="Arial" panose="020B0604020202020204" pitchFamily="34" charset="0"/>
                          <a:ea typeface="Andale Mono"/>
                          <a:cs typeface="Arial" panose="020B0604020202020204" pitchFamily="34" charset="0"/>
                          <a:sym typeface="Andale Mono"/>
                        </a:rPr>
                        <a:t>Andale Mono
Consolas
Courier New
Lucida Console
Lucida Sans Typewriter
Monaco
</a:t>
                      </a:r>
                    </a:p>
                  </a:txBody>
                  <a:tcPr marL="50800" marR="50800" marT="50800" marB="50800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ct val="100000"/>
                        </a:lnSpc>
                        <a:defRPr>
                          <a:latin typeface="Copperplate"/>
                          <a:ea typeface="Copperplate"/>
                          <a:cs typeface="Copperplate"/>
                          <a:sym typeface="Copperplate"/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Copperplate</a:t>
                      </a:r>
                      <a:endParaRPr dirty="0">
                        <a:latin typeface="Arial" panose="020B0604020202020204" pitchFamily="34" charset="0"/>
                        <a:ea typeface="Papyrus"/>
                        <a:cs typeface="Arial" panose="020B0604020202020204" pitchFamily="34" charset="0"/>
                        <a:sym typeface="Papyrus"/>
                      </a:endParaRPr>
                    </a:p>
                    <a:p>
                      <a:pPr algn="l" defTabSz="457200">
                        <a:lnSpc>
                          <a:spcPct val="100000"/>
                        </a:lnSpc>
                        <a:defRPr>
                          <a:latin typeface="Copperplate"/>
                          <a:ea typeface="Copperplate"/>
                          <a:cs typeface="Copperplate"/>
                          <a:sym typeface="Copperplate"/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ea typeface="Papyrus"/>
                          <a:cs typeface="Arial" panose="020B0604020202020204" pitchFamily="34" charset="0"/>
                          <a:sym typeface="Papyrus"/>
                        </a:rPr>
                        <a:t>Papyrus</a:t>
                      </a:r>
                    </a:p>
                  </a:txBody>
                  <a:tcPr marL="50800" marR="50800" marT="50800" marB="50800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ct val="100000"/>
                        </a:lnSpc>
                      </a:pPr>
                      <a:r>
                        <a:rPr dirty="0">
                          <a:latin typeface="Arial" panose="020B0604020202020204" pitchFamily="34" charset="0"/>
                          <a:ea typeface="Brush Script MT"/>
                          <a:cs typeface="Arial" panose="020B0604020202020204" pitchFamily="34" charset="0"/>
                          <a:sym typeface="Brush Script MT"/>
                        </a:rPr>
                        <a:t>Brush Script MT</a:t>
                      </a:r>
                    </a:p>
                  </a:txBody>
                  <a:tcPr marL="50800" marR="50800" marT="50800" marB="50800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/>
          </p:cNvSpPr>
          <p:nvPr>
            <p:ph type="body" idx="13"/>
          </p:nvPr>
        </p:nvSpPr>
        <p:spPr>
          <a:xfrm>
            <a:off x="1908254" y="1568638"/>
            <a:ext cx="9182100" cy="748923"/>
          </a:xfrm>
          <a:prstGeom prst="rect">
            <a:avLst/>
          </a:prstGeom>
        </p:spPr>
        <p:txBody>
          <a:bodyPr wrap="square"/>
          <a:lstStyle>
            <a:lvl1pPr algn="r"/>
          </a:lstStyle>
          <a:p>
            <a:pPr algn="ctr"/>
            <a:r>
              <a:rPr dirty="0">
                <a:latin typeface="Helvetica"/>
                <a:cs typeface="Helvetica"/>
              </a:rPr>
              <a:t>Font Embedding with @font-face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79" name="Shape 179"/>
          <p:cNvSpPr/>
          <p:nvPr/>
        </p:nvSpPr>
        <p:spPr>
          <a:xfrm>
            <a:off x="800100" y="3854450"/>
            <a:ext cx="11404600" cy="353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@font-face {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[font-family: &lt;family-name&gt;;]?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[src: [ &lt;uri&gt; [format(&lt;string&gt;#)]? | &lt;font-face-name&gt; ]#;]?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[unicode-range: &lt;urange&gt;#;]?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[font-variant: &lt;font-variant&gt;;]?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[font-feature-settings: normal|&lt;feature-tag-value&gt;#;]?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[font-stretch: &lt;font-stretch&gt;;]?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[font-weight: &lt;weight&gt;];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[font-style: &lt;style&gt;];</a:t>
            </a:r>
          </a:p>
          <a:p>
            <a:pPr algn="l" defTabSz="457200">
              <a:defRPr sz="2400" b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Visual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401EF-177D-86D3-1D66-AF52BE75DC1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Communicating Relative Importance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Description automatically generated">
            <a:extLst>
              <a:ext uri="{FF2B5EF4-FFF2-40B4-BE49-F238E27FC236}">
                <a16:creationId xmlns:a16="http://schemas.microsoft.com/office/drawing/2014/main" id="{5622714F-1B7C-5E0A-AD89-79A06C2EF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8" y="1352550"/>
            <a:ext cx="9048750" cy="703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/>
          </p:cNvSpPr>
          <p:nvPr>
            <p:ph type="title"/>
          </p:nvPr>
        </p:nvSpPr>
        <p:spPr>
          <a:xfrm>
            <a:off x="1440894" y="1333500"/>
            <a:ext cx="10464800" cy="8509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Consider a Typographic Scale</a:t>
            </a:r>
            <a:endParaRPr dirty="0"/>
          </a:p>
        </p:txBody>
      </p:sp>
      <p:sp>
        <p:nvSpPr>
          <p:cNvPr id="192" name="Shape 192"/>
          <p:cNvSpPr/>
          <p:nvPr/>
        </p:nvSpPr>
        <p:spPr>
          <a:xfrm>
            <a:off x="8797907" y="2436707"/>
            <a:ext cx="5390726" cy="716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numCol="2" spcCol="528955" anchor="t"/>
          <a:lstStyle/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h1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48px;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endParaRPr sz="1400"/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h2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36px;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endParaRPr sz="1400"/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h3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24px;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endParaRPr sz="1400" dirty="0"/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h4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21px;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endParaRPr sz="1400"/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h5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18px;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endParaRPr sz="1400"/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h6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16px;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endParaRPr sz="1400"/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p {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	font-size: 14px;</a:t>
            </a:r>
          </a:p>
          <a:p>
            <a:pPr algn="l">
              <a:defRPr sz="2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00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20CF4D-3F1F-164E-E118-5E0AC06D0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06" y="2775466"/>
            <a:ext cx="6343650" cy="5086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7" name="Shape 197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Contrast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roup 204"/>
          <p:cNvGrpSpPr/>
          <p:nvPr/>
        </p:nvGrpSpPr>
        <p:grpSpPr>
          <a:xfrm>
            <a:off x="1155700" y="2400300"/>
            <a:ext cx="10693400" cy="4953000"/>
            <a:chOff x="0" y="0"/>
            <a:chExt cx="10693400" cy="4953000"/>
          </a:xfrm>
        </p:grpSpPr>
        <p:sp>
          <p:nvSpPr>
            <p:cNvPr id="202" name="Shape 202"/>
            <p:cNvSpPr/>
            <p:nvPr/>
          </p:nvSpPr>
          <p:spPr>
            <a:xfrm>
              <a:off x="0" y="0"/>
              <a:ext cx="4864100" cy="4953000"/>
            </a:xfrm>
            <a:prstGeom prst="rect">
              <a:avLst/>
            </a:prstGeom>
            <a:solidFill>
              <a:srgbClr val="0096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000">
                  <a:solidFill>
                    <a:srgbClr val="FF85FF"/>
                  </a:solidFill>
                </a:defRPr>
              </a:lvl1pPr>
            </a:lstStyle>
            <a:p>
              <a:r>
                <a:t>An example of insufficient contrast resulting in poor readability</a:t>
              </a:r>
            </a:p>
          </p:txBody>
        </p:sp>
        <p:sp>
          <p:nvSpPr>
            <p:cNvPr id="203" name="Shape 203"/>
            <p:cNvSpPr/>
            <p:nvPr/>
          </p:nvSpPr>
          <p:spPr>
            <a:xfrm>
              <a:off x="5829300" y="0"/>
              <a:ext cx="4864100" cy="4953000"/>
            </a:xfrm>
            <a:prstGeom prst="rect">
              <a:avLst/>
            </a:prstGeom>
            <a:solidFill>
              <a:srgbClr val="0096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000">
                  <a:solidFill>
                    <a:srgbClr val="EBEBEB"/>
                  </a:solidFill>
                </a:defRPr>
              </a:lvl1pPr>
            </a:lstStyle>
            <a:p>
              <a:r>
                <a:t>An example of sufficient contrast resulting in good readability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8D8FBE5-C588-93CC-8F20-F8AE3418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Spacing Between Lines</a:t>
            </a:r>
            <a:endParaRPr dirty="0"/>
          </a:p>
        </p:txBody>
      </p:sp>
      <p:sp>
        <p:nvSpPr>
          <p:cNvPr id="207" name="Shape 207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Leading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lea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551" y="2336800"/>
            <a:ext cx="6350000" cy="5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vertical-rhyth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2336800"/>
            <a:ext cx="6350000" cy="5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2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7863-571F-C889-CD4F-35956B03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>
            <a:extLst>
              <a:ext uri="{FF2B5EF4-FFF2-40B4-BE49-F238E27FC236}">
                <a16:creationId xmlns:a16="http://schemas.microsoft.com/office/drawing/2014/main" id="{F216CDA5-8EB1-8629-A3D1-885DE87FC155}"/>
              </a:ext>
            </a:extLst>
          </p:cNvPr>
          <p:cNvSpPr/>
          <p:nvPr/>
        </p:nvSpPr>
        <p:spPr>
          <a:xfrm>
            <a:off x="3693521" y="4495989"/>
            <a:ext cx="5607305" cy="74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lang="en-US" dirty="0"/>
              <a:t>line-height</a:t>
            </a:r>
            <a:r>
              <a:rPr dirty="0"/>
              <a:t>: </a:t>
            </a:r>
            <a:r>
              <a:rPr lang="en-US" dirty="0"/>
              <a:t>1.5;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6943096"/>
      </p:ext>
    </p:extLst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Spacing Between Characters</a:t>
            </a:r>
            <a:endParaRPr dirty="0"/>
          </a:p>
        </p:txBody>
      </p:sp>
      <p:sp>
        <p:nvSpPr>
          <p:cNvPr id="223" name="Shape 223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Tracking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28" name="track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05" y="2895600"/>
            <a:ext cx="6972300" cy="3962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/>
        </p:nvSpPr>
        <p:spPr>
          <a:xfrm>
            <a:off x="2884004" y="4495989"/>
            <a:ext cx="7226337" cy="74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letter-spacing: 0.2em;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Controlling Line Length</a:t>
            </a:r>
            <a:endParaRPr dirty="0"/>
          </a:p>
        </p:txBody>
      </p:sp>
      <p:sp>
        <p:nvSpPr>
          <p:cNvPr id="236" name="Shape 236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Measure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meas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1383902"/>
            <a:ext cx="6350000" cy="698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0980-2A34-64E1-1265-82B0FE94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>
            <a:extLst>
              <a:ext uri="{FF2B5EF4-FFF2-40B4-BE49-F238E27FC236}">
                <a16:creationId xmlns:a16="http://schemas.microsoft.com/office/drawing/2014/main" id="{9F49627F-06A5-3C90-8B6F-DE635FD64FE8}"/>
              </a:ext>
            </a:extLst>
          </p:cNvPr>
          <p:cNvSpPr/>
          <p:nvPr/>
        </p:nvSpPr>
        <p:spPr>
          <a:xfrm>
            <a:off x="4503037" y="4495989"/>
            <a:ext cx="3988271" cy="74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lang="en-US" dirty="0"/>
              <a:t>width</a:t>
            </a:r>
            <a:r>
              <a:rPr dirty="0"/>
              <a:t>: </a:t>
            </a:r>
            <a:r>
              <a:rPr lang="en-US" dirty="0"/>
              <a:t>80vw</a:t>
            </a:r>
            <a:r>
              <a:rPr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57635082"/>
      </p:ext>
    </p:extLst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Margins, Gutters, &amp; Indentation</a:t>
            </a:r>
          </a:p>
        </p:txBody>
      </p:sp>
      <p:sp>
        <p:nvSpPr>
          <p:cNvPr id="244" name="Shape 244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Whitespace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18" y="631976"/>
            <a:ext cx="6860564" cy="3521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18" y="4572302"/>
            <a:ext cx="6860564" cy="4059167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Shape 250"/>
          <p:cNvSpPr/>
          <p:nvPr/>
        </p:nvSpPr>
        <p:spPr>
          <a:xfrm>
            <a:off x="2102348" y="9091498"/>
            <a:ext cx="8787589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800" u="sng">
                <a:hlinkClick r:id="rId4"/>
              </a:defRPr>
            </a:lvl1pPr>
          </a:lstStyle>
          <a:p>
            <a:pPr>
              <a:defRPr u="none"/>
            </a:pPr>
            <a:r>
              <a:rPr u="sng">
                <a:hlinkClick r:id="rId4"/>
              </a:rPr>
              <a:t>https://www.fonts.com/content/learning/fontology/level-2/text-typography/columns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E521C-6345-C854-9508-51DAAE3C0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597" y="6711078"/>
            <a:ext cx="6300470" cy="233256"/>
          </a:xfrm>
          <a:prstGeom prst="rect">
            <a:avLst/>
          </a:prstGeom>
        </p:spPr>
      </p:pic>
      <p:pic>
        <p:nvPicPr>
          <p:cNvPr id="2" name="Picture 1" descr="A close up of a newspaper&#10;&#10;Description automatically generated">
            <a:extLst>
              <a:ext uri="{FF2B5EF4-FFF2-40B4-BE49-F238E27FC236}">
                <a16:creationId xmlns:a16="http://schemas.microsoft.com/office/drawing/2014/main" id="{BA922615-937E-0048-01B6-36E1FE95A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971" y="6868635"/>
            <a:ext cx="6490122" cy="1555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03B9C-0356-9A2A-3628-7F6A516AC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3073994" y="8554587"/>
            <a:ext cx="6855883" cy="308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How Line Breaks Are Handled</a:t>
            </a:r>
          </a:p>
        </p:txBody>
      </p:sp>
      <p:sp>
        <p:nvSpPr>
          <p:cNvPr id="253" name="Shape 253"/>
          <p:cNvSpPr>
            <a:spLocks noGrp="1"/>
          </p:cNvSpPr>
          <p:nvPr>
            <p:ph type="ctrTitle"/>
          </p:nvPr>
        </p:nvSpPr>
        <p:spPr>
          <a:xfrm>
            <a:off x="527050" y="1841500"/>
            <a:ext cx="11950700" cy="3302000"/>
          </a:xfrm>
          <a:prstGeom prst="rect">
            <a:avLst/>
          </a:prstGeom>
        </p:spPr>
        <p:txBody>
          <a:bodyPr/>
          <a:lstStyle/>
          <a:p>
            <a:r>
              <a:t>Justification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clean-ra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691" y="2184400"/>
            <a:ext cx="6350000" cy="5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264960" y="1367155"/>
            <a:ext cx="10464800" cy="656590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0" y="2242127"/>
            <a:ext cx="10478346" cy="6812280"/>
          </a:xfrm>
        </p:spPr>
        <p:txBody>
          <a:bodyPr/>
          <a:lstStyle/>
          <a:p>
            <a:r>
              <a:rPr lang="en-US" sz="1800" dirty="0" err="1"/>
              <a:t>File:Underwood-overview.jpg</a:t>
            </a:r>
            <a:r>
              <a:rPr lang="en-US" sz="1800" dirty="0"/>
              <a:t> https://commons.wikimedia.org/wiki/File:Underwood-overview.jpg self [GFDL (</a:t>
            </a:r>
            <a:r>
              <a:rPr lang="en-US" sz="1800" dirty="0">
                <a:hlinkClick r:id="rId2"/>
              </a:rPr>
              <a:t>http://www.gnu.org/copyleft/fdl.html</a:t>
            </a:r>
            <a:r>
              <a:rPr lang="en-US" sz="1800" dirty="0"/>
              <a:t>), CC-BY-SA-3.0 (http://creativecommons.org/licenses/by-sa/3.0/) or CC BY-SA 2.5 (https://creativecommons.org/licenses/by-sa/2.5)], from Wikimedia Commons</a:t>
            </a:r>
          </a:p>
          <a:p>
            <a:r>
              <a:rPr lang="en-US" sz="1800" dirty="0" err="1"/>
              <a:t>File:Typewriter</a:t>
            </a:r>
            <a:r>
              <a:rPr lang="en-US" sz="1800" dirty="0"/>
              <a:t> Georgian Letters.jpg </a:t>
            </a:r>
            <a:r>
              <a:rPr lang="en-US" sz="1800" dirty="0">
                <a:hlinkClick r:id="rId3"/>
              </a:rPr>
              <a:t>https://commons.wikimedia.org/wiki/File:Typewriter_Georgian_Letters.jpg</a:t>
            </a:r>
            <a:r>
              <a:rPr lang="en-US" sz="1800" dirty="0"/>
              <a:t>  Akaki Razmadze [CC BY-SA 4.0 (https://creativecommons.org/licenses/by-sa/4.0)], via Wikimedia Commons</a:t>
            </a:r>
          </a:p>
          <a:p>
            <a:r>
              <a:rPr lang="en-US" sz="1800" dirty="0"/>
              <a:t>Tracking, Leading, Typographic Scale. Image from the great article by Jennifer Farley at </a:t>
            </a:r>
            <a:r>
              <a:rPr lang="en-US" sz="1800" dirty="0" err="1"/>
              <a:t>SitePoint</a:t>
            </a:r>
            <a:r>
              <a:rPr lang="en-US" sz="1800" dirty="0"/>
              <a:t>: </a:t>
            </a:r>
            <a:r>
              <a:rPr lang="en-US" sz="1800" dirty="0">
                <a:hlinkClick r:id="rId4"/>
              </a:rPr>
              <a:t>http://www.sitepoint.com/spaced-out-tracking-in-typography/</a:t>
            </a:r>
            <a:r>
              <a:rPr lang="en-US" sz="1800" dirty="0"/>
              <a:t> </a:t>
            </a:r>
          </a:p>
          <a:p>
            <a:r>
              <a:rPr lang="en-US" sz="1800"/>
              <a:t>Measure, Typographic Scale, Justification </a:t>
            </a:r>
            <a:r>
              <a:rPr lang="en-US" sz="1800" dirty="0">
                <a:hlinkClick r:id="rId5"/>
              </a:rPr>
              <a:t>http://coding.smashingmagazine.com/2009/04/03/8-simple-ways-to-improve-typography-in-your-designs/</a:t>
            </a:r>
            <a:r>
              <a:rPr lang="en-US" sz="1800" dirty="0"/>
              <a:t>  </a:t>
            </a:r>
          </a:p>
          <a:p>
            <a:r>
              <a:rPr lang="en-US" sz="1800" dirty="0"/>
              <a:t>Web Safer Fonts: </a:t>
            </a:r>
            <a:r>
              <a:rPr lang="en-US" sz="1800" dirty="0">
                <a:hlinkClick r:id="rId6"/>
              </a:rPr>
              <a:t>http://cssfontstack.com/</a:t>
            </a:r>
            <a:endParaRPr lang="en-US" sz="1800" dirty="0"/>
          </a:p>
          <a:p>
            <a:r>
              <a:rPr lang="en-US" sz="1800" dirty="0"/>
              <a:t>Font Embedding with @Font-Face: </a:t>
            </a:r>
            <a:r>
              <a:rPr lang="en-US" sz="1800" dirty="0">
                <a:hlinkClick r:id="rId7"/>
              </a:rPr>
              <a:t>https://developer.mozilla.org/en-US/docs/CSS/@font-face</a:t>
            </a:r>
          </a:p>
          <a:p>
            <a:r>
              <a:rPr lang="en-US" sz="1800" dirty="0"/>
              <a:t>"Learn to Style HTML using CSS" (screenshot). </a:t>
            </a:r>
            <a:r>
              <a:rPr lang="en-US" sz="1800" dirty="0">
                <a:ea typeface="+mn-lt"/>
                <a:cs typeface="+mn-lt"/>
                <a:hlinkClick r:id="rId8"/>
              </a:rPr>
              <a:t>https://developer.mozilla.org/en-US/docs/Learn/CSS</a:t>
            </a:r>
            <a:r>
              <a:rPr lang="en-US" sz="1800" dirty="0"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7129471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Let’s give it a try…</a:t>
            </a:r>
          </a:p>
        </p:txBody>
      </p:sp>
      <p:sp>
        <p:nvSpPr>
          <p:cNvPr id="263" name="Shape 263"/>
          <p:cNvSpPr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451</Words>
  <Application>Microsoft Office PowerPoint</Application>
  <PresentationFormat>Custom</PresentationFormat>
  <Paragraphs>125</Paragraphs>
  <Slides>29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White</vt:lpstr>
      <vt:lpstr>PowerPoint Presentation</vt:lpstr>
      <vt:lpstr>PowerPoint Presentation</vt:lpstr>
      <vt:lpstr>Typography with CSS</vt:lpstr>
      <vt:lpstr>CSS Normalization &amp; Reset</vt:lpstr>
      <vt:lpstr>PowerPoint Presentation</vt:lpstr>
      <vt:lpstr>Typeface Options</vt:lpstr>
      <vt:lpstr>PowerPoint Presentation</vt:lpstr>
      <vt:lpstr>PowerPoint Presentation</vt:lpstr>
      <vt:lpstr>Visual Hierarchy</vt:lpstr>
      <vt:lpstr>PowerPoint Presentation</vt:lpstr>
      <vt:lpstr>Consider a Typographic Scale</vt:lpstr>
      <vt:lpstr>Contrast</vt:lpstr>
      <vt:lpstr>PowerPoint Presentation</vt:lpstr>
      <vt:lpstr>Leading</vt:lpstr>
      <vt:lpstr>PowerPoint Presentation</vt:lpstr>
      <vt:lpstr>PowerPoint Presentation</vt:lpstr>
      <vt:lpstr>PowerPoint Presentation</vt:lpstr>
      <vt:lpstr>Tracking</vt:lpstr>
      <vt:lpstr>PowerPoint Presentation</vt:lpstr>
      <vt:lpstr>PowerPoint Presentation</vt:lpstr>
      <vt:lpstr>Measure</vt:lpstr>
      <vt:lpstr>PowerPoint Presentation</vt:lpstr>
      <vt:lpstr>PowerPoint Presentation</vt:lpstr>
      <vt:lpstr>Whitespace</vt:lpstr>
      <vt:lpstr>PowerPoint Presentation</vt:lpstr>
      <vt:lpstr>Justification</vt:lpstr>
      <vt:lpstr>PowerPoint Presentation</vt:lpstr>
      <vt:lpstr>PowerPoint Presentation</vt:lpstr>
      <vt:lpstr>Let’s give it a try…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Scott McCrindle</cp:lastModifiedBy>
  <cp:revision>188</cp:revision>
  <dcterms:modified xsi:type="dcterms:W3CDTF">2024-01-15T17:19:14Z</dcterms:modified>
</cp:coreProperties>
</file>